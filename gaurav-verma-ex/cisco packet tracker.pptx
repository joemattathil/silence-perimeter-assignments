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CFCB7-6CB2-3D99-F314-715E082A8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2A349-F93F-D142-D2F2-114D14D58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0F20C-9AF3-0D63-4797-3D757B99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1A204-71CB-1731-6D69-48B2698E0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293E4-A231-0205-470A-686C202A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72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0ADF-1785-9D71-4D41-B49AB6C6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D85C5-1223-B9BB-4A84-B9CD0A2E3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9915C-F010-35AC-BAB5-66C5D8D4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C3A56-47E2-C51C-24DC-19BBEDA0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286E6-7FD1-4583-5B7C-76D70E301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86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55EB-008B-9D6E-363A-97F25595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1E7E9-688A-5228-3582-602A5FD33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77D7D-6040-EA85-E786-9D85E0566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9166-20AB-DF56-3E58-D2FD47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BF80E-36FC-A820-1DAD-1E317E7E9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454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E362-842C-7EDE-E9A4-5509D726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82B05-1B2C-F976-38C7-ECD8849A53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4F0BBD-61D5-F25C-0292-41610412E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D807A-87DB-2BEA-72E9-78F47ED7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BC7A8-48DB-B3F8-A58A-3B33956D7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E0B81-59EF-F6AF-0265-DDDCF78A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98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BC5E-10A6-1BA5-D474-DAEC843D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EC84C-CEEE-418C-6F4E-D6AD4ECFD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F1519-1D22-3D7B-254C-018FA6C63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FADB4-B71C-E1D2-236F-ABBFAE291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FFBEB-73C9-3B8A-35EA-669A0DF60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5DC21-2A69-5D6A-77C3-CB285735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3D7749-BC65-2D3E-C291-B04A5DCC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D321D-F6EE-22AA-8FE8-DFA1EF99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614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B4EB-AD0C-4A0A-037E-27647BBFC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A5C7D-BA82-0B30-C4B3-FAEAD2F9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36553-AA2A-4BB6-D77D-216CEB2D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8C066-DD67-7026-319F-05240506E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02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0200DB-AE0A-1C84-5F0C-B8598A99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F9D9E3-006F-66A5-7979-7DABE553D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5E7B8-EE8A-6669-183B-2254C7131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00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6125-84A3-1E9F-9E9B-748D53564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76638-8873-4B37-3316-E0A4DC8F1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F4B2E-FDAB-47D1-8C81-1BF29D7C2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DF678-C8E7-7B58-FCAF-6BB45C03C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4EE4A-7194-E340-1686-E8A80D9F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65202-B716-D5DF-A97A-2470C24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111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FFE2-DC47-7EFE-404C-6B2EF58F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E1986-A71E-FCB7-16C4-A57402A2E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F026F-3380-D139-EB44-4B5B9B5EE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A3DF0-0273-CC87-2FEB-10900994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4F03D-ACEE-EAD0-1719-5FA252C1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FC39F-9B3D-62F7-9850-4D42BE1E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93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472C7-0F86-6567-59B8-C321E238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89D39-F626-EC25-36D1-AC60BE222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EB6EB-7334-6235-A6B2-92821DDB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D4608-B7B6-2F01-FF7B-F70B45F29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EF6A8-006A-D4F3-9AE2-287EABAF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845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114F7A-9EB7-A0B4-E499-C89A041DF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4C7FD-FA31-B40D-EB68-792AF4085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BC673-9C31-5E23-9A33-D9B2109BF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89231-3FD2-5A4A-8C0B-113CD8338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F6634-B5AB-F00D-B664-18A1BDB8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08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1FF8A4-D708-F3C1-20D0-8A998A862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0DD29-F54D-B1F2-F653-B4BCDA5F3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368E4-FF07-7A56-DF68-B7F385165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36046-C7FA-43D3-921B-82D3AADEFF0B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8B082-E04F-C3B0-2D7A-EDEE52D12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784C3-3ECD-8CD2-CDBE-9283E025A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2C7CA-5984-4459-8A86-C61DBFD7C9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42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9E8D-BAA7-3DB7-CB6A-83F185CC06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D4ED38-D83C-4C42-1BF8-C4F4FBBCD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8C34FF-987E-D83C-197B-647839806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6748"/>
            <a:ext cx="12192000" cy="608125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0FEB30-23F8-1506-CC7D-409990734458}"/>
              </a:ext>
            </a:extLst>
          </p:cNvPr>
          <p:cNvSpPr txBox="1"/>
          <p:nvPr/>
        </p:nvSpPr>
        <p:spPr>
          <a:xfrm>
            <a:off x="186813" y="185837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PH1- CISCO PACKET TRACKER: SUCCESSFUL TFC FLOW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5EB84D-E3EE-6087-3574-7246B612AB0C}"/>
              </a:ext>
            </a:extLst>
          </p:cNvPr>
          <p:cNvSpPr txBox="1"/>
          <p:nvPr/>
        </p:nvSpPr>
        <p:spPr>
          <a:xfrm>
            <a:off x="6096000" y="5968181"/>
            <a:ext cx="3854245" cy="8898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0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4D201A-FF6C-F157-8B61-5D99A432D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6078"/>
            <a:ext cx="12191999" cy="604192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396ED4-F10B-552E-C348-75D0A94CAF77}"/>
              </a:ext>
            </a:extLst>
          </p:cNvPr>
          <p:cNvSpPr txBox="1"/>
          <p:nvPr/>
        </p:nvSpPr>
        <p:spPr>
          <a:xfrm>
            <a:off x="186813" y="185837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PH1- CISCO PACKET TRACKER: SUCCESSFUL TFC FLOW (ALL PCs)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4DA85E-1967-D787-B3DD-7077C02AA6BB}"/>
              </a:ext>
            </a:extLst>
          </p:cNvPr>
          <p:cNvSpPr txBox="1"/>
          <p:nvPr/>
        </p:nvSpPr>
        <p:spPr>
          <a:xfrm>
            <a:off x="6213987" y="6041922"/>
            <a:ext cx="3942735" cy="8160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9004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mehrotra</dc:creator>
  <cp:lastModifiedBy>nikita mehrotra</cp:lastModifiedBy>
  <cp:revision>1</cp:revision>
  <dcterms:created xsi:type="dcterms:W3CDTF">2026-04-16T06:27:12Z</dcterms:created>
  <dcterms:modified xsi:type="dcterms:W3CDTF">2026-04-16T06:32:27Z</dcterms:modified>
</cp:coreProperties>
</file>