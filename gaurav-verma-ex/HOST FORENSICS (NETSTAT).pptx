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758" autoAdjust="0"/>
  </p:normalViewPr>
  <p:slideViewPr>
    <p:cSldViewPr snapToGrid="0">
      <p:cViewPr varScale="1">
        <p:scale>
          <a:sx n="73" d="100"/>
          <a:sy n="73" d="100"/>
        </p:scale>
        <p:origin x="10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A508-A115-AA0C-6A7F-2A516200C8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A9D49-156E-9500-78DF-6536D2AA0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C81CC-768A-FE0D-69E2-71F86E94A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5946-131E-B6CC-F81E-4FBC6C6E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34844-C1D9-12B8-2610-622E2C570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792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2776-3A22-28B0-19FF-F8E05BCF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05FCA-DA33-1016-F039-EECEFA259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09E15-53D9-0C89-66D5-B46984236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C493E-55ED-04C4-689D-F51A3FE79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09F24-CF65-4514-C9C8-02260F7B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CC92A-C407-6FDB-C25D-F27D2DFF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1B91C-C84D-0395-FF3B-44D0F8E0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747D6-8158-E533-CB27-A0E634466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088A-5FA0-A109-7165-AEA0C78E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422E-D52D-0B76-8389-E858B2D3F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62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5177A-364B-3455-AB6A-895E7898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9954-3B63-E3BA-54F7-7D075966B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6C94F-1634-7E00-7117-2BEB02A462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76627-09C6-BEF7-F3A1-B7E8359B7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F6067-95BB-8025-9C1E-0CB4ABCA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ABF4E-9E51-6CD1-A258-5BD5C386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206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1A4A-D7CF-A2F8-D405-1019B77B0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98CE6-340A-1908-545C-91FFC299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48830-7505-D12B-235E-6ADE4A75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101AC-BBE1-EDB4-FC50-3C790F90CC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E66777-04B9-27FE-B54D-364E991772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5CDAE9-5E3C-0AD2-54B2-DDC8CA48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ADD27B-0DD7-1C2C-2ADA-15CEC201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1BCFED-288A-708A-5A5B-384FF4153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32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FCFC-6FBB-75B7-530E-7A628D791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F22ED-0871-583E-A8A0-42EBAD4E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9BFB8-18B5-54E8-58EF-47C0818E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90593-CA81-F2B8-BE29-4AF1844F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70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FECA6-C83F-130F-3409-89371AB3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242EA-C8E6-33FE-BB93-85CFB6B66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56202-B086-B357-0BC6-1E26990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25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A1B1-698B-DEC6-9EC7-0AA1A103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65FF6-2F6B-5AA2-5209-F6104284F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C3ACB-D76B-436C-5965-D12A2150A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1BECC-2480-4115-8EA4-A44144FD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08DDD-AB72-9B31-5ADD-E4971F900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4DE1A-8DD2-99F6-FC14-30DA37F9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00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A9713-E191-8B0B-00DF-ABDC4DD9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21F38-ABAF-4EE2-A637-63A11CF5F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B0542-4B7D-AEC7-426A-B56FF17A9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64D99F-ED1D-18DB-4969-81CBE5A3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9BA43-D35D-B823-8D05-831E8FBA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28A1-D0C4-9E7D-5ED2-C06EC3CC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7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A0E2-73CD-8E20-66DC-0DD9D495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40486-1D31-C737-DB62-578240CD4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9602-AF6C-6FC4-5EDF-DF91EFEA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F62B5-7BE7-FCF8-B96C-D977FE70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4118A-85D1-A33F-4C17-262F10C7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768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BB4C2-2D1C-DB19-EEE7-668E0B886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0C13C-8D31-E8D6-FC60-92EE727AD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DAEB-4920-C5EF-4FD6-C23FBA7E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64697-0286-178A-836F-07516B10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1ABE9-F337-6826-CC5A-A433B955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7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EFE39-D923-368F-08AC-C87559EBF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FA9D80-111F-3A1F-F772-F7E54CD6A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1A0A2-4D26-8F42-F73D-A5F0927A03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96729-51F2-47BE-BC8C-17D3096C6D57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EEACB-760E-2198-3AD9-932A7662C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AF979-B374-76FD-2263-D148DE3B5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EE2ED-4473-408A-8B0B-E8BE1CDE80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738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BF70A-D065-5DDD-8647-6EC66326C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EB024-2F27-212E-1CC4-49FFD7E6D9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C1F83-DCAB-F80A-5F6C-035C7A08F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4192"/>
            <a:ext cx="12192000" cy="6153808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035A9AC-78F7-F0A9-AF8F-ECF48386B669}"/>
              </a:ext>
            </a:extLst>
          </p:cNvPr>
          <p:cNvSpPr txBox="1"/>
          <p:nvPr/>
        </p:nvSpPr>
        <p:spPr>
          <a:xfrm>
            <a:off x="235974" y="180459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PH4- netstat –an : ALL CONNECTIONS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199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6AE8-2365-4155-84D1-CE57B4FB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4E19E-CA43-379A-227F-91B5BC605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03633E-C504-5B7E-4810-36622DAA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457"/>
            <a:ext cx="12192000" cy="6123543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38D0BC-6394-A97C-748C-595DCC4687B7}"/>
              </a:ext>
            </a:extLst>
          </p:cNvPr>
          <p:cNvSpPr txBox="1"/>
          <p:nvPr/>
        </p:nvSpPr>
        <p:spPr>
          <a:xfrm>
            <a:off x="235974" y="180459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PH4- netstat –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:ACTIVE INTERNET CONNECTIONS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27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4BA7-3E19-DB95-D61F-9FD289F13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A927C4-16F8-0366-F98C-BFE5E163C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0829"/>
            <a:ext cx="12192000" cy="6017172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FFB5F8-489D-AF1F-28DE-91B1425775AD}"/>
              </a:ext>
            </a:extLst>
          </p:cNvPr>
          <p:cNvSpPr txBox="1"/>
          <p:nvPr/>
        </p:nvSpPr>
        <p:spPr>
          <a:xfrm>
            <a:off x="235974" y="180459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PH4- netstat –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routing table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20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AAAAC-DE1A-BA10-A3B1-057507E5D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B03EA25-6F23-B5B9-2BCD-E310C7C05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49"/>
            <a:ext cx="12191999" cy="5985338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5FC643-CB34-AB56-66DE-84B7955DC6F5}"/>
              </a:ext>
            </a:extLst>
          </p:cNvPr>
          <p:cNvSpPr txBox="1"/>
          <p:nvPr/>
        </p:nvSpPr>
        <p:spPr>
          <a:xfrm>
            <a:off x="235974" y="180459"/>
            <a:ext cx="117200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PH4- netstat –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tulnp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 LISTENING PORTS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732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 mehrotra</dc:creator>
  <cp:lastModifiedBy>nikita mehrotra</cp:lastModifiedBy>
  <cp:revision>1</cp:revision>
  <dcterms:created xsi:type="dcterms:W3CDTF">2026-04-16T05:20:59Z</dcterms:created>
  <dcterms:modified xsi:type="dcterms:W3CDTF">2026-04-16T05:20:59Z</dcterms:modified>
</cp:coreProperties>
</file>