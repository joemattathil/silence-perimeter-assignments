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791" autoAdjust="0"/>
  </p:normalViewPr>
  <p:slideViewPr>
    <p:cSldViewPr snapToGrid="0">
      <p:cViewPr varScale="1">
        <p:scale>
          <a:sx n="69" d="100"/>
          <a:sy n="69" d="100"/>
        </p:scale>
        <p:origin x="120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5E2E3-5170-D8DC-354E-2064DA988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A5123-4F03-9081-051A-D9751C680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A31B0-5CAF-35FF-443E-52BA9EAD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E644-997A-4E82-ADCC-47E97D073CD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67414-5853-59D4-8653-B2BE66A7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A988F-C004-EC27-9206-27206B5C1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C2D8B-8847-42EF-B2E0-563EFD8BA9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41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EEE3-40EA-90CC-E464-6088869C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D87FA-B18F-BE87-726D-590136A22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C4454-6FEC-EB53-93C7-4CAFAC99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E644-997A-4E82-ADCC-47E97D073CD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6D9EE-E5B8-9EA8-75E3-BF921D844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C039B-9CBE-E5F8-34B0-5231AAF0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C2D8B-8847-42EF-B2E0-563EFD8BA9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901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5AAAD-D5F1-C9EB-18DA-9E3F31313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270B4-F157-17A6-C779-BEE48816C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108A4-27C7-7D73-4694-F71DDE783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E644-997A-4E82-ADCC-47E97D073CD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B825C-1C5E-0303-AD6F-A5C69CA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682B3-CD6A-A080-2500-DBAFFCE5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C2D8B-8847-42EF-B2E0-563EFD8BA9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163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0638C-6C7B-E903-6312-FC0B4EDFF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CCE20-2EA2-5DBD-B722-76172D94C0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A8DB7-D6A1-9ABE-602D-048BDD0E3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49ED4-1DE5-AE7F-1DBB-5D1B27415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E644-997A-4E82-ADCC-47E97D073CD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43BA3-666E-AE12-B381-D1A7AC946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B5B2E-5507-BD27-BC27-745EE1118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C2D8B-8847-42EF-B2E0-563EFD8BA9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448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0B282-521F-50E4-70FF-901BBD5B8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D0389-3CEF-64BD-99F4-6C4460CA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5287F-60BD-D829-8971-EB8F35F0C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CA02F-6905-99D1-AF15-F22D1F1CF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4FF6B-F5CA-4197-F5A2-668ED62730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346CB5-4488-9E94-C90C-E1A9E52F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E644-997A-4E82-ADCC-47E97D073CD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38CE05-350D-0B8E-D82A-F1B52AF7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4A295-99FA-E1BF-D16B-7E0752304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C2D8B-8847-42EF-B2E0-563EFD8BA9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44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7107-C2F9-829A-9361-FE7ACA05E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B9D8E-6FAB-72B8-839A-6DF6069C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E644-997A-4E82-ADCC-47E97D073CD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62B26-2C95-ED59-7237-9D89298EA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8EDA8-2949-C993-106C-FB722D703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C2D8B-8847-42EF-B2E0-563EFD8BA9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46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68731-0AB7-48FE-3C92-FDE59FBC5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E644-997A-4E82-ADCC-47E97D073CD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9F1165-5F9B-DBAE-5C2E-7FF0AF5D2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CDA19-366B-DECD-93DD-ED7C65925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C2D8B-8847-42EF-B2E0-563EFD8BA9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35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31A86-C327-DB32-81E7-B2E6B48B3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B5C7D-1233-85DA-7172-DA8B29BE7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00966-07D4-881B-C05D-80FE1AC1E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F5770-7614-D190-6BBA-4F4D7BBED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E644-997A-4E82-ADCC-47E97D073CD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087D4-A303-EF73-5C3C-345BC4C34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EA0BE-0E00-36AC-432F-7A2BD1EE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C2D8B-8847-42EF-B2E0-563EFD8BA9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443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93223-A505-149A-342D-85DE9A1D0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B7ED5B-6B1E-485A-6975-FF7FF5F8D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72256-0A31-1394-033B-124BA2108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49A1A-3500-F780-17CF-9F443B400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E644-997A-4E82-ADCC-47E97D073CD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3305B-E1A2-C2C6-F686-8A963FBAC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507C4-FC14-2F92-AE84-BB02AB38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C2D8B-8847-42EF-B2E0-563EFD8BA9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369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BBE12-FC46-760B-5C07-A2203DCAB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6E32AF-F606-6950-D0A3-AEEB41511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C151A-6EDB-11F6-4AD1-D49A9AE3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E644-997A-4E82-ADCC-47E97D073CD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DE8BF-E885-CF6A-AB63-2C51551B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5B79A-B723-F82B-0B37-AD45EEDFB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C2D8B-8847-42EF-B2E0-563EFD8BA9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00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35C098-B9FA-CBF6-4C07-C60FF63018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4782E-CB1F-8FE0-9166-2A972B17B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F379B-9CF8-6AD1-2D7C-89EA08202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E644-997A-4E82-ADCC-47E97D073CD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A3AA1-DFB9-14DE-D61E-C8E807BA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3531C-3D9D-0B00-6F56-25465160E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C2D8B-8847-42EF-B2E0-563EFD8BA9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40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F0A17C-19B5-99C1-9B20-F31A96B4F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75AC9-86C3-B84C-8B2B-B4E75DA49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5E1B3-DD7C-6D63-F9B3-EBCB5C39B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5E644-997A-4E82-ADCC-47E97D073CD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D0F64-3F1C-C478-6283-7013E9E76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2032A-98FD-6B83-FF8B-09661199C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C2D8B-8847-42EF-B2E0-563EFD8BA9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479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A0EF3-D300-7BF5-F5B2-781D12EFD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5BFBA-CBBC-9E30-6429-48D08CC21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D23EE9-AB92-F475-509B-31178F4C7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4457"/>
            <a:ext cx="12192000" cy="6123543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91F4B4-3481-69DD-2226-C45ADFC98672}"/>
              </a:ext>
            </a:extLst>
          </p:cNvPr>
          <p:cNvSpPr txBox="1"/>
          <p:nvPr/>
        </p:nvSpPr>
        <p:spPr>
          <a:xfrm>
            <a:off x="186813" y="185837"/>
            <a:ext cx="1172005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PH3- SURICATA- FAST.LOG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299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C21F8-F371-2B67-0AB7-32F747F16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DEE4D4-8C3A-A1F3-3E6F-BEDDC4999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9297"/>
            <a:ext cx="12192000" cy="604870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577122-63BA-F14A-18EC-6A735D9D8768}"/>
              </a:ext>
            </a:extLst>
          </p:cNvPr>
          <p:cNvSpPr txBox="1"/>
          <p:nvPr/>
        </p:nvSpPr>
        <p:spPr>
          <a:xfrm>
            <a:off x="186813" y="185837"/>
            <a:ext cx="1172005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PH3- SURICATA- LOCAL.RULES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467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B57F1-8890-9065-5587-F80741CC6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420B8-CE9F-810B-97BD-293EBEB20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60FB19-0915-467D-D35D-03831E327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7255"/>
            <a:ext cx="12192000" cy="6090745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5F97E9-C88F-2CFF-7569-6DFAF5C5E285}"/>
              </a:ext>
            </a:extLst>
          </p:cNvPr>
          <p:cNvSpPr txBox="1"/>
          <p:nvPr/>
        </p:nvSpPr>
        <p:spPr>
          <a:xfrm>
            <a:off x="186813" y="185837"/>
            <a:ext cx="1172005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PH3 –SURICATA- SUCCESSFUL IDS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2D8BD-7247-9E17-8A58-9A7A9FE2AFDB}"/>
              </a:ext>
            </a:extLst>
          </p:cNvPr>
          <p:cNvSpPr txBox="1"/>
          <p:nvPr/>
        </p:nvSpPr>
        <p:spPr>
          <a:xfrm>
            <a:off x="186813" y="3869473"/>
            <a:ext cx="5909187" cy="23074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0086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 </vt:lpstr>
      <vt:lpstr>PowerPoint Presentation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mehrotra</dc:creator>
  <cp:lastModifiedBy>nikita mehrotra</cp:lastModifiedBy>
  <cp:revision>1</cp:revision>
  <dcterms:created xsi:type="dcterms:W3CDTF">2026-04-16T05:05:38Z</dcterms:created>
  <dcterms:modified xsi:type="dcterms:W3CDTF">2026-04-16T05:12:42Z</dcterms:modified>
</cp:coreProperties>
</file>