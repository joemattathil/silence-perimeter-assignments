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A96C9-5501-0943-9640-4A4860E6A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D51456-9150-7CF0-BC86-4B514184A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F0AD8-FEE4-805E-8BB0-5D6F0E3FA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4D1B-C4BC-45E5-BA09-3026ED3990A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57940-42DB-1836-7D73-9B8F1A532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C124E-EFF8-5812-5CB7-F6538D486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A4A5-ABF6-4D52-A8A9-54096E8E1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91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42144-B10D-15E0-9931-1A00BD881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EA504-A048-7A09-8105-62D30E618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05C64-73FB-8680-FCDB-FC02E8806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4D1B-C4BC-45E5-BA09-3026ED3990A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0089E-FD43-3AF8-C198-FA7CF7300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B3E86-FAB5-EB21-76CD-B08C2AE9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A4A5-ABF6-4D52-A8A9-54096E8E1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334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084A-892E-9063-0FA9-BE6888AC4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02CFB-4FC0-FE24-5FA6-34119DC50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10270-754A-D836-7B88-C205CEF74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4D1B-C4BC-45E5-BA09-3026ED3990A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557F9-ED49-F8C2-9D36-3641E3A43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7DF8E-E19D-0E7A-7D9B-8F4C0DB3B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A4A5-ABF6-4D52-A8A9-54096E8E1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404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8E016-FBD1-65A9-7D79-5E8E1948A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D6F50-A467-9254-CEE8-4F7259663B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BE3EE-BEF4-8A14-1CEC-2E22343DC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61435-08CE-AC15-9900-B7A2055F4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4D1B-C4BC-45E5-BA09-3026ED3990A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D0E0C-1077-902B-01A6-75C8BF9B2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969-9069-08B5-7200-F064FDD15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A4A5-ABF6-4D52-A8A9-54096E8E1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596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E256-37B9-34DC-F77F-202953EF2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8C917-C34B-09F2-FBAF-E6740296F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FB0D5-345B-2722-0991-EEEE31661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772CE4-711B-4C04-32B0-335DB423FE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2850A2-26CC-3FAB-5AE1-E7FA79FD9F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1637E1-BAD7-56F7-6350-E58FA3C1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4D1B-C4BC-45E5-BA09-3026ED3990A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8FF11D-E657-7936-8A7B-53BD8D13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740155-C49B-0BFA-71DA-B33DF4B46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A4A5-ABF6-4D52-A8A9-54096E8E1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52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C73EB-0C77-F55A-CA89-FA2E3F9A7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80DC1-6B40-82F6-C8A1-15BEE99FC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4D1B-C4BC-45E5-BA09-3026ED3990A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E38A0-93AB-937E-8776-40A8312AD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BE8A1-F1A1-BBD9-3480-59FFD882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A4A5-ABF6-4D52-A8A9-54096E8E1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978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C87F4-ADB1-D052-2456-A3F5D9748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4D1B-C4BC-45E5-BA09-3026ED3990A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0F6C3-80E4-35FB-A423-2278F249B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46CE0-AD97-3EAE-E8F1-DAF20E49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A4A5-ABF6-4D52-A8A9-54096E8E1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459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69AA2-71D0-4E73-A7A2-54AB7FDFB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D86CD-FADA-72ED-D94D-54D1AE046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57408-8E01-392E-3927-A3E34F2AF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0799A-75C6-CA62-CBF1-9B4623D52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4D1B-C4BC-45E5-BA09-3026ED3990A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DF38F-3253-7FEB-792B-447935E2B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609B9-881B-AD90-02C3-E415A4A4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A4A5-ABF6-4D52-A8A9-54096E8E1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073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4F4FE-1C7A-5C21-D522-2E93BB155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309003-A780-8A3E-BDAB-309A871E4E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1063D-CC8C-3BA4-84F6-8143EEE78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ADC4A-7D99-67FF-621A-DD7F7968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4D1B-C4BC-45E5-BA09-3026ED3990A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C896B-7C38-B064-1854-652C9483D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1340B-B7CC-9630-9370-6047E61E1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A4A5-ABF6-4D52-A8A9-54096E8E1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57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DE535-CE99-9ADF-67F7-60DF581AC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C8DB8C-1FC3-BCF9-3F6F-C4EAB7230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B693-D8B2-94C8-460E-576C13136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4D1B-C4BC-45E5-BA09-3026ED3990A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F82F3-AA8D-6202-90CA-A8CFA9977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F39EB-D66C-FC45-64E8-3C1629826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A4A5-ABF6-4D52-A8A9-54096E8E1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469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A5F05E-CCFF-1846-FD15-CA7B1298CB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A296EB-D270-2B55-0863-10B66B228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1E204-8258-3EB2-0115-B1B5D5BEC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4D1B-C4BC-45E5-BA09-3026ED3990A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1DC1C-C257-63F5-5B0F-0B05EA17A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F4135-5EE7-6D17-A4DC-D5295B7A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A4A5-ABF6-4D52-A8A9-54096E8E1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955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B822D-76D7-AE5E-3D8D-5C1EB5D68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5D164-16AD-9FA3-F5CB-9B1BC31DA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569E2-F582-0246-41DC-B771AD597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C4D1B-C4BC-45E5-BA09-3026ED3990A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37672-5EF4-A4B4-18A1-F1599A573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4BE6B-4FB8-B8FD-BA3E-7805C4F1C2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2A4A5-ABF6-4D52-A8A9-54096E8E1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14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979A-C84F-706B-8168-805B2A687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7EA556-20A9-348E-5957-7E0AAE8DF6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5910"/>
            <a:ext cx="12192000" cy="603209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28B2AD-13C8-7246-74BB-66F2BA064D95}"/>
              </a:ext>
            </a:extLst>
          </p:cNvPr>
          <p:cNvSpPr txBox="1"/>
          <p:nvPr/>
        </p:nvSpPr>
        <p:spPr>
          <a:xfrm>
            <a:off x="235974" y="180459"/>
            <a:ext cx="1172005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PH2- FTP- SUCCESSFUL CAPTURE OF FTPUSER AND PASSWORD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CD2C75-9B94-A711-05C6-00B87351AA95}"/>
              </a:ext>
            </a:extLst>
          </p:cNvPr>
          <p:cNvSpPr txBox="1"/>
          <p:nvPr/>
        </p:nvSpPr>
        <p:spPr>
          <a:xfrm>
            <a:off x="2428568" y="1494503"/>
            <a:ext cx="2251587" cy="14453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228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EAE7D-9A5F-409F-076A-ACFBDDC9A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775A7A-27FF-AEF4-441D-133B10E7C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5910"/>
            <a:ext cx="12192000" cy="6032089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2BD95F-DC80-527A-C39D-A7A65763ECB4}"/>
              </a:ext>
            </a:extLst>
          </p:cNvPr>
          <p:cNvSpPr txBox="1"/>
          <p:nvPr/>
        </p:nvSpPr>
        <p:spPr>
          <a:xfrm>
            <a:off x="186813" y="185837"/>
            <a:ext cx="1172005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PH2- TELNET - CAPTURE OF TELNET USER AND PASSWORD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EC3309-4E52-900E-FB9C-336692536BDA}"/>
              </a:ext>
            </a:extLst>
          </p:cNvPr>
          <p:cNvSpPr txBox="1"/>
          <p:nvPr/>
        </p:nvSpPr>
        <p:spPr>
          <a:xfrm>
            <a:off x="491613" y="1690688"/>
            <a:ext cx="2025445" cy="23995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4061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25032-17F9-5E54-7032-907E9ACABC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0ED1E-A49C-D5B9-0662-6806CF0065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BF061F-F0A3-6996-F33B-FF0064606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6916"/>
            <a:ext cx="12182793" cy="609108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A1CB6C-ED06-7800-4B49-D3BD114E2E30}"/>
              </a:ext>
            </a:extLst>
          </p:cNvPr>
          <p:cNvSpPr txBox="1"/>
          <p:nvPr/>
        </p:nvSpPr>
        <p:spPr>
          <a:xfrm>
            <a:off x="186813" y="185837"/>
            <a:ext cx="1172005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PH2- DVWA: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SUCCESSFUL GENERATION OF LOGIN ID AND PASSWORD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FBE561-F4FF-7141-EBAF-AF161718C7E0}"/>
              </a:ext>
            </a:extLst>
          </p:cNvPr>
          <p:cNvSpPr txBox="1"/>
          <p:nvPr/>
        </p:nvSpPr>
        <p:spPr>
          <a:xfrm>
            <a:off x="570271" y="3443126"/>
            <a:ext cx="5594555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2452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29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 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mehrotra</dc:creator>
  <cp:lastModifiedBy>nikita mehrotra</cp:lastModifiedBy>
  <cp:revision>3</cp:revision>
  <dcterms:created xsi:type="dcterms:W3CDTF">2026-04-16T04:53:12Z</dcterms:created>
  <dcterms:modified xsi:type="dcterms:W3CDTF">2026-04-16T05:22:25Z</dcterms:modified>
</cp:coreProperties>
</file>